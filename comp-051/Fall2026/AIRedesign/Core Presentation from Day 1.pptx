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62" r:id="rId6"/>
    <p:sldId id="263" r:id="rId7"/>
    <p:sldId id="264" r:id="rId8"/>
    <p:sldId id="265" r:id="rId9"/>
    <p:sldId id="26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830058-93F6-4A44-BB24-64F54D3EBA0C}" v="3" dt="2026-05-08T17:37:26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3274" autoAdjust="0"/>
  </p:normalViewPr>
  <p:slideViewPr>
    <p:cSldViewPr snapToGrid="0">
      <p:cViewPr varScale="1">
        <p:scale>
          <a:sx n="105" d="100"/>
          <a:sy n="105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21E9B-0716-4739-B4AF-09E48B32CB18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D6915-0B98-4D69-B4A6-0CF35A3C5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83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get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D6915-0B98-4D69-B4A6-0CF35A3C59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8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31384-0255-EDA6-EB6A-DA7F43EC6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3CE0A-8AF4-5A34-09B5-EA5EB46D1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32C07-A3D0-DEDF-5E3D-B002C6FF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755A-68F0-4DA1-B095-1169121BF93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FB3B8-3BDF-DF80-BD89-43511D57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05FFA-423A-A4A5-348C-B25966A9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415E-16A8-4CCF-BDE8-0D4895F7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73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0FEC-93D7-6C76-94F7-295CB8C0C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4697D-A6F4-F8DB-5FFC-E49CD685E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67E1C-22EB-C9BE-2D00-EEE43D2A9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755A-68F0-4DA1-B095-1169121BF93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4079E-3FC0-D104-E13F-F81F07854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C2F54-7613-1928-B4DB-728BED4EC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415E-16A8-4CCF-BDE8-0D4895F7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13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35EC-EC63-04CA-A363-9A906EAFA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EF785-4B78-52FC-031F-9355FD43C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7057A-3746-DFD8-DD92-4A4CFA95A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755A-68F0-4DA1-B095-1169121BF93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C23BC-9197-A936-F3FD-F6054852A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6B67B-6786-342E-6E8C-77104BBF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415E-16A8-4CCF-BDE8-0D4895F7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03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014D-C064-7057-01DA-E2038781A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2796A-DEA9-B14A-65AD-D86A830864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89904-58AC-6083-C54A-3DCDE9BF8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13643-D6AB-B04A-FFBB-D4FC5678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755A-68F0-4DA1-B095-1169121BF93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C03E8-E3A6-AEC0-23FB-AD9058787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76EE6-FC0D-B0E9-B79B-60F7AC10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415E-16A8-4CCF-BDE8-0D4895F7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45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4755-05DC-B63A-0F9A-BDD79A7D0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E791E-227B-3727-AADA-500E8675F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F6E33-67FA-9698-445C-35A855C6A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D5519-AA91-3648-C6FC-3FC0CBCB49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E64BCA-E49B-EE7D-3924-F578D3E4B2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066E7D-F56A-8341-4EB7-1514F8BA4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755A-68F0-4DA1-B095-1169121BF93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6D0C02-6957-8382-0570-C39E4147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0B2E5-0455-DD77-124E-37E0B3ED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415E-16A8-4CCF-BDE8-0D4895F7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42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4337-4592-2E4F-1128-787089B65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B1436D-0D8E-1725-FBC5-4EAD3CB1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755A-68F0-4DA1-B095-1169121BF93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49BDC-EB52-2E4B-A719-928C5263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EFA44-AEDD-1BE3-B4DC-BB079D095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415E-16A8-4CCF-BDE8-0D4895F7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64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B731A6-5E23-EAF8-8414-57409BCA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755A-68F0-4DA1-B095-1169121BF93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62885-910F-C688-A402-A6D73C90A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46FA-1CB6-02D6-2573-5B9FD075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415E-16A8-4CCF-BDE8-0D4895F7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9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1053-E0F5-7970-E949-FF87A574C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39E1E-F980-ABCF-690B-2ABD01B37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E52B6-F3E2-DAE0-1E79-BD903DCD9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8C41F-27A9-8659-F23E-6A2684DA9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755A-68F0-4DA1-B095-1169121BF93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CEE1C-8CC0-14D1-12C7-F967729E0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A4FBF-7B8C-0E4A-5E6E-12C5681A3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415E-16A8-4CCF-BDE8-0D4895F7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93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6A69-957A-06E0-B676-3FA2E98F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6A4E05-046B-7D5F-F21B-B18B9B6694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35E1A-B5F1-F432-D3AA-12B5856DC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0FF73-FC69-CD60-CE95-E9EE9DBDD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755A-68F0-4DA1-B095-1169121BF93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BD7BF-13BA-EA57-95AF-27D0EE7FE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581E3-C0A9-0FAB-8818-74E36609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415E-16A8-4CCF-BDE8-0D4895F7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7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1628F-4B46-2AC7-3BE8-C8AC8107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1DD88-B7E9-DD5B-1256-786025FC3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E5F8A-8561-105B-5A1B-FFA59734E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755A-68F0-4DA1-B095-1169121BF93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EAE58-5C60-BF5A-3BC5-EBA929A1B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80F4F-A90B-BD27-E73C-1D6530F2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415E-16A8-4CCF-BDE8-0D4895F7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8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2FDCC8-83B6-FDFC-B094-920198AB7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9BF1B-692E-CAA0-356F-B38C46BDF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9D90-2E0F-02C8-ADFF-174CC3E9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755A-68F0-4DA1-B095-1169121BF93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B54A0-7248-ACD8-5D4C-52039A0D9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7C2B3-8B11-9FF6-131C-F06F1291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A415E-16A8-4CCF-BDE8-0D4895F7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3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3850E2-FB6E-C889-CA0E-72809801E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974DE-2856-BE0D-2A12-9CEE36956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AE522-1C73-7600-DE37-174F10C662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3755A-68F0-4DA1-B095-1169121BF93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918C2-AEB2-969A-BD25-CCA8F8711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2EEB5-BC25-5744-0E0E-74898CC67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A415E-16A8-4CCF-BDE8-0D4895F7F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8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2855F-BD1C-6E36-1D80-9A235D6A56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B27D3-1C77-0C26-3605-647FAD3A9D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Identify Priorities</a:t>
            </a:r>
          </a:p>
        </p:txBody>
      </p:sp>
    </p:spTree>
    <p:extLst>
      <p:ext uri="{BB962C8B-B14F-4D97-AF65-F5344CB8AC3E}">
        <p14:creationId xmlns:p14="http://schemas.microsoft.com/office/powerpoint/2010/main" val="137749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26966-081D-63D7-C65D-63197417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EE1E2-2487-1DF4-B906-1160DFC34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Thinking like a computer scientist</a:t>
            </a:r>
          </a:p>
          <a:p>
            <a:pPr lvl="1"/>
            <a:r>
              <a:rPr lang="en-US" dirty="0"/>
              <a:t>Support for “C’s mean degrees” students</a:t>
            </a:r>
          </a:p>
          <a:p>
            <a:pPr lvl="1"/>
            <a:r>
              <a:rPr lang="en-US" dirty="0"/>
              <a:t>What is the core ideas that C students will need to have</a:t>
            </a:r>
          </a:p>
          <a:p>
            <a:r>
              <a:rPr lang="en-US" dirty="0"/>
              <a:t>Algorithms, Pseudocode &amp; Flowcharts (Design)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820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E9575-D798-56CD-F7AD-6075F726C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253EA-7D71-7459-BCA7-0418CB3A0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  <a:p>
            <a:pPr lvl="1"/>
            <a:r>
              <a:rPr lang="en-US" dirty="0"/>
              <a:t>Stack Frame and memory usage</a:t>
            </a:r>
          </a:p>
          <a:p>
            <a:r>
              <a:rPr lang="en-US" dirty="0"/>
              <a:t>Pointers</a:t>
            </a:r>
          </a:p>
          <a:p>
            <a:pPr lvl="1"/>
            <a:r>
              <a:rPr lang="en-US" dirty="0"/>
              <a:t>Pass by reference</a:t>
            </a:r>
          </a:p>
          <a:p>
            <a:pPr lvl="1"/>
            <a:r>
              <a:rPr lang="en-US" dirty="0"/>
              <a:t>Dynamic memory allocation</a:t>
            </a:r>
          </a:p>
          <a:p>
            <a:r>
              <a:rPr lang="en-US" dirty="0"/>
              <a:t>Test Cases?</a:t>
            </a:r>
          </a:p>
          <a:p>
            <a:r>
              <a:rPr lang="en-US" dirty="0"/>
              <a:t>Structure of courses?</a:t>
            </a:r>
          </a:p>
          <a:p>
            <a:r>
              <a:rPr lang="en-US"/>
              <a:t>Prototype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088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932D-44FE-9E84-4EC7-DD466F84E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8E6DC-7E3F-2677-0A93-D4410D10E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New Textbook</a:t>
            </a:r>
          </a:p>
          <a:p>
            <a:r>
              <a:rPr lang="en-US" dirty="0">
                <a:solidFill>
                  <a:srgbClr val="C00000"/>
                </a:solidFill>
              </a:rPr>
              <a:t>Open Source, Activity-Based, Small Nuggets based on Interest</a:t>
            </a:r>
          </a:p>
          <a:p>
            <a:r>
              <a:rPr lang="en-US" dirty="0">
                <a:solidFill>
                  <a:srgbClr val="C00000"/>
                </a:solidFill>
              </a:rPr>
              <a:t>Documentation as Textbook (refer and create good documentation)</a:t>
            </a:r>
          </a:p>
          <a:p>
            <a:r>
              <a:rPr lang="en-US" dirty="0">
                <a:solidFill>
                  <a:srgbClr val="C00000"/>
                </a:solidFill>
              </a:rPr>
              <a:t>Alternative to </a:t>
            </a:r>
            <a:r>
              <a:rPr lang="en-US" dirty="0" err="1">
                <a:solidFill>
                  <a:srgbClr val="C00000"/>
                </a:solidFill>
              </a:rPr>
              <a:t>Zybooks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If not </a:t>
            </a:r>
            <a:r>
              <a:rPr lang="en-US" dirty="0" err="1"/>
              <a:t>Zybook</a:t>
            </a:r>
            <a:r>
              <a:rPr lang="en-US" dirty="0"/>
              <a:t>, then what else?</a:t>
            </a:r>
          </a:p>
          <a:p>
            <a:r>
              <a:rPr lang="en-US" dirty="0"/>
              <a:t>Do we even need a book?</a:t>
            </a:r>
          </a:p>
          <a:p>
            <a:r>
              <a:rPr lang="en-US" dirty="0"/>
              <a:t>Runestone how to think like a computer scientist C++ edition</a:t>
            </a:r>
          </a:p>
        </p:txBody>
      </p:sp>
    </p:spTree>
    <p:extLst>
      <p:ext uri="{BB962C8B-B14F-4D97-AF65-F5344CB8AC3E}">
        <p14:creationId xmlns:p14="http://schemas.microsoft.com/office/powerpoint/2010/main" val="1250785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5131-D143-7599-7DB4-930D592B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9530A-5A63-C256-3188-256B84506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Version Control Knowledge (Solo, non-team knowledge)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Ability to save work and documentation of commits to be able to understand code in the future.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Maybe deeper understanding later in 55 (conflict resolution and sharing with others)</a:t>
            </a:r>
          </a:p>
          <a:p>
            <a:r>
              <a:rPr lang="en-US" dirty="0"/>
              <a:t>What would it look like for a COMP 51 lab/Activity?</a:t>
            </a:r>
          </a:p>
          <a:p>
            <a:r>
              <a:rPr lang="en-US" dirty="0"/>
              <a:t>What would a COMP 53 Lab/Activity?</a:t>
            </a:r>
          </a:p>
          <a:p>
            <a:r>
              <a:rPr lang="en-US" dirty="0"/>
              <a:t>What do others do?</a:t>
            </a:r>
          </a:p>
          <a:p>
            <a:r>
              <a:rPr lang="en-US" dirty="0"/>
              <a:t>What is a standardized approach?</a:t>
            </a:r>
          </a:p>
        </p:txBody>
      </p:sp>
    </p:spTree>
    <p:extLst>
      <p:ext uri="{BB962C8B-B14F-4D97-AF65-F5344CB8AC3E}">
        <p14:creationId xmlns:p14="http://schemas.microsoft.com/office/powerpoint/2010/main" val="3793734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6205C-ECB7-EE8C-9FD3-FD149327E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E7322-1A36-1AC2-0D7C-CF8DD9CBE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Professionalism and Ambition to redo</a:t>
            </a:r>
          </a:p>
          <a:p>
            <a:r>
              <a:rPr lang="en-US" dirty="0"/>
              <a:t>Expectations to learn on their own</a:t>
            </a:r>
          </a:p>
        </p:txBody>
      </p:sp>
    </p:spTree>
    <p:extLst>
      <p:ext uri="{BB962C8B-B14F-4D97-AF65-F5344CB8AC3E}">
        <p14:creationId xmlns:p14="http://schemas.microsoft.com/office/powerpoint/2010/main" val="4242888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C65A-63A0-8796-4D30-719F006DA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9326F-B357-56FB-F677-9B920FDB7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Thinking like a computer scientist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Support for “C’s mean degrees” students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What is the core ideas that C students will need to have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Algorithms, Pseudocode &amp; Flowcharts (Design)</a:t>
            </a: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Professionalism and Ambition to redo</a:t>
            </a: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Expectations to learn on their own</a:t>
            </a:r>
          </a:p>
          <a:p>
            <a:r>
              <a:rPr lang="en-US" dirty="0"/>
              <a:t>Learning how to use documentation/APIs (Header files, commenting)</a:t>
            </a:r>
          </a:p>
        </p:txBody>
      </p:sp>
    </p:spTree>
    <p:extLst>
      <p:ext uri="{BB962C8B-B14F-4D97-AF65-F5344CB8AC3E}">
        <p14:creationId xmlns:p14="http://schemas.microsoft.com/office/powerpoint/2010/main" val="2837355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75F9A-81F1-4FEB-3DF3-EB3D487AE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BC1DF-8C70-931C-477B-E35890C0D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56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Functions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Stack Frame and memory usage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Pointers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Pass by reference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Dynamic memory allocation</a:t>
            </a:r>
          </a:p>
          <a:p>
            <a:r>
              <a:rPr lang="en-US" dirty="0"/>
              <a:t>Control Flow</a:t>
            </a:r>
          </a:p>
          <a:p>
            <a:pPr lvl="1"/>
            <a:r>
              <a:rPr lang="en-US" dirty="0"/>
              <a:t>Loops</a:t>
            </a:r>
          </a:p>
          <a:p>
            <a:pPr lvl="1"/>
            <a:r>
              <a:rPr lang="en-US" dirty="0"/>
              <a:t>If statements</a:t>
            </a:r>
          </a:p>
          <a:p>
            <a:r>
              <a:rPr lang="en-US" dirty="0"/>
              <a:t>Data Structures</a:t>
            </a:r>
          </a:p>
          <a:p>
            <a:r>
              <a:rPr lang="en-US" dirty="0"/>
              <a:t>Comments</a:t>
            </a:r>
          </a:p>
        </p:txBody>
      </p:sp>
    </p:spTree>
    <p:extLst>
      <p:ext uri="{BB962C8B-B14F-4D97-AF65-F5344CB8AC3E}">
        <p14:creationId xmlns:p14="http://schemas.microsoft.com/office/powerpoint/2010/main" val="100814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F427-2BFA-AF89-9F51-06B6895EA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F8EDA-F6B2-E340-EC44-CAF0DC298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IDEs</a:t>
            </a:r>
          </a:p>
          <a:p>
            <a:pPr lvl="1"/>
            <a:r>
              <a:rPr lang="en-US" dirty="0"/>
              <a:t>How to approach an IDE or help/tools feature</a:t>
            </a:r>
          </a:p>
          <a:p>
            <a:pPr lvl="1"/>
            <a:r>
              <a:rPr lang="en-US" dirty="0"/>
              <a:t>Necessary for ECPE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Version Control Knowledge (Solo, non-team knowledge)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Ability to save work and documentation of commits to be able to understand code in the future.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Maybe deeper understanding later in 55 (conflict resolution and sharing with others)</a:t>
            </a:r>
          </a:p>
        </p:txBody>
      </p:sp>
    </p:spTree>
    <p:extLst>
      <p:ext uri="{BB962C8B-B14F-4D97-AF65-F5344CB8AC3E}">
        <p14:creationId xmlns:p14="http://schemas.microsoft.com/office/powerpoint/2010/main" val="4219867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A0DEE-3624-3461-6786-B9B40B72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CE9A-121B-913E-7146-D47B69D57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Language is important for future courses related to hardware</a:t>
            </a:r>
          </a:p>
          <a:p>
            <a:r>
              <a:rPr lang="en-US" dirty="0"/>
              <a:t>C/C++ important</a:t>
            </a:r>
          </a:p>
        </p:txBody>
      </p:sp>
    </p:spTree>
    <p:extLst>
      <p:ext uri="{BB962C8B-B14F-4D97-AF65-F5344CB8AC3E}">
        <p14:creationId xmlns:p14="http://schemas.microsoft.com/office/powerpoint/2010/main" val="3719842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B03F7-5BBC-AB36-7883-8E7F2AF8B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F450B-B605-77E8-8860-A851976D2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Open Source, Activity-Based, Small Nuggets based on Interest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Documentation as Textbook (refer and create good documentation)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Reconsider </a:t>
            </a:r>
            <a:r>
              <a:rPr lang="en-US" dirty="0" err="1">
                <a:solidFill>
                  <a:schemeClr val="bg2">
                    <a:lumMod val="90000"/>
                  </a:schemeClr>
                </a:solidFill>
              </a:rPr>
              <a:t>Zybooks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 usage</a:t>
            </a:r>
          </a:p>
        </p:txBody>
      </p:sp>
    </p:spTree>
    <p:extLst>
      <p:ext uri="{BB962C8B-B14F-4D97-AF65-F5344CB8AC3E}">
        <p14:creationId xmlns:p14="http://schemas.microsoft.com/office/powerpoint/2010/main" val="2229308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A4C9EAD49699409A7A8FA35DAF5AD5" ma:contentTypeVersion="3" ma:contentTypeDescription="Create a new document." ma:contentTypeScope="" ma:versionID="002c9c00ccbb7d441e83ec1f31d5055c">
  <xsd:schema xmlns:xsd="http://www.w3.org/2001/XMLSchema" xmlns:xs="http://www.w3.org/2001/XMLSchema" xmlns:p="http://schemas.microsoft.com/office/2006/metadata/properties" xmlns:ns2="c04810fb-7f81-419b-9ac9-b338c9642389" targetNamespace="http://schemas.microsoft.com/office/2006/metadata/properties" ma:root="true" ma:fieldsID="f897f278f0e73f9ce5c0ee443b644b31" ns2:_="">
    <xsd:import namespace="c04810fb-7f81-419b-9ac9-b338c96423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810fb-7f81-419b-9ac9-b338c96423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04A507-14CB-437C-B732-4DB71B1A79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4810fb-7f81-419b-9ac9-b338c96423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A7055A8-EB2E-4006-AE64-A8C1B22009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E91D5C-B579-4C24-8DFD-F3EA538235CF}">
  <ds:schemaRefs>
    <ds:schemaRef ds:uri="c04810fb-7f81-419b-9ac9-b338c9642389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383</Words>
  <Application>Microsoft Office PowerPoint</Application>
  <PresentationFormat>Widescreen</PresentationFormat>
  <Paragraphs>70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Core</vt:lpstr>
      <vt:lpstr>Idea 1</vt:lpstr>
      <vt:lpstr>Idea 2</vt:lpstr>
      <vt:lpstr>Idea 3</vt:lpstr>
      <vt:lpstr>Idea 4</vt:lpstr>
      <vt:lpstr>Idea 5</vt:lpstr>
      <vt:lpstr>Skills</vt:lpstr>
      <vt:lpstr>Topics</vt:lpstr>
      <vt:lpstr>Tools</vt:lpstr>
      <vt:lpstr>Languages</vt:lpstr>
      <vt:lpstr>Textbook</vt:lpstr>
    </vt:vector>
  </TitlesOfParts>
  <Company>University of the Pacific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</dc:title>
  <dc:creator>Osvaldo Jimenez</dc:creator>
  <cp:lastModifiedBy>Osvaldo Jimenez</cp:lastModifiedBy>
  <cp:revision>2</cp:revision>
  <dcterms:created xsi:type="dcterms:W3CDTF">2026-05-07T20:13:36Z</dcterms:created>
  <dcterms:modified xsi:type="dcterms:W3CDTF">2026-05-08T17:37:27Z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0x010100E4A4C9EAD49699409A7A8FA35DAF5AD5</vt:lpwstr>
  </property>
</Properties>
</file>