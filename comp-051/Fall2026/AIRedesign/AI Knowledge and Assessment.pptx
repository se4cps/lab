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revisionInfo.xml" ContentType="application/vnd.ms-powerpoint.revisioninfo+xml"/>
  <Override PartName="/ppt/slides/slide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1125F-7803-6FD4-2902-79C3F8229580}" v="453" dt="2026-05-07T21:52:39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Olivieri" userId="S::jolivieri@pacific.edu::585d5c8b-a348-447a-97d4-434c7cd8b184" providerId="AD" clId="Web-{3BF1125F-7803-6FD4-2902-79C3F8229580}"/>
    <pc:docChg chg="addSld modSld">
      <pc:chgData name="Julia Olivieri" userId="S::jolivieri@pacific.edu::585d5c8b-a348-447a-97d4-434c7cd8b184" providerId="AD" clId="Web-{3BF1125F-7803-6FD4-2902-79C3F8229580}" dt="2026-05-07T21:52:39.159" v="462" actId="20577"/>
      <pc:docMkLst>
        <pc:docMk/>
      </pc:docMkLst>
      <pc:sldChg chg="modSp">
        <pc:chgData name="Julia Olivieri" userId="S::jolivieri@pacific.edu::585d5c8b-a348-447a-97d4-434c7cd8b184" providerId="AD" clId="Web-{3BF1125F-7803-6FD4-2902-79C3F8229580}" dt="2026-05-07T20:47:38.493" v="30" actId="20577"/>
        <pc:sldMkLst>
          <pc:docMk/>
          <pc:sldMk cId="109857222" sldId="256"/>
        </pc:sldMkLst>
        <pc:spChg chg="mod">
          <ac:chgData name="Julia Olivieri" userId="S::jolivieri@pacific.edu::585d5c8b-a348-447a-97d4-434c7cd8b184" providerId="AD" clId="Web-{3BF1125F-7803-6FD4-2902-79C3F8229580}" dt="2026-05-07T20:47:38.493" v="3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delSp modSp new">
        <pc:chgData name="Julia Olivieri" userId="S::jolivieri@pacific.edu::585d5c8b-a348-447a-97d4-434c7cd8b184" providerId="AD" clId="Web-{3BF1125F-7803-6FD4-2902-79C3F8229580}" dt="2026-05-07T21:45:42.791" v="389" actId="20577"/>
        <pc:sldMkLst>
          <pc:docMk/>
          <pc:sldMk cId="1750722109" sldId="257"/>
        </pc:sldMkLst>
        <pc:spChg chg="del mod">
          <ac:chgData name="Julia Olivieri" userId="S::jolivieri@pacific.edu::585d5c8b-a348-447a-97d4-434c7cd8b184" providerId="AD" clId="Web-{3BF1125F-7803-6FD4-2902-79C3F8229580}" dt="2026-05-07T20:59:31.979" v="341"/>
          <ac:spMkLst>
            <pc:docMk/>
            <pc:sldMk cId="1750722109" sldId="257"/>
            <ac:spMk id="2" creationId="{5E54BC82-2765-71D2-BFD3-5E18C9217842}"/>
          </ac:spMkLst>
        </pc:spChg>
        <pc:spChg chg="mod">
          <ac:chgData name="Julia Olivieri" userId="S::jolivieri@pacific.edu::585d5c8b-a348-447a-97d4-434c7cd8b184" providerId="AD" clId="Web-{3BF1125F-7803-6FD4-2902-79C3F8229580}" dt="2026-05-07T21:45:42.791" v="389" actId="20577"/>
          <ac:spMkLst>
            <pc:docMk/>
            <pc:sldMk cId="1750722109" sldId="257"/>
            <ac:spMk id="3" creationId="{DCF99F92-339F-4B11-9A68-888DF0212AFE}"/>
          </ac:spMkLst>
        </pc:spChg>
      </pc:sldChg>
      <pc:sldChg chg="modSp new">
        <pc:chgData name="Julia Olivieri" userId="S::jolivieri@pacific.edu::585d5c8b-a348-447a-97d4-434c7cd8b184" providerId="AD" clId="Web-{3BF1125F-7803-6FD4-2902-79C3F8229580}" dt="2026-05-07T21:52:39.159" v="462" actId="20577"/>
        <pc:sldMkLst>
          <pc:docMk/>
          <pc:sldMk cId="3435025048" sldId="258"/>
        </pc:sldMkLst>
        <pc:spChg chg="mod">
          <ac:chgData name="Julia Olivieri" userId="S::jolivieri@pacific.edu::585d5c8b-a348-447a-97d4-434c7cd8b184" providerId="AD" clId="Web-{3BF1125F-7803-6FD4-2902-79C3F8229580}" dt="2026-05-07T21:52:39.159" v="462" actId="20577"/>
          <ac:spMkLst>
            <pc:docMk/>
            <pc:sldMk cId="3435025048" sldId="258"/>
            <ac:spMk id="3" creationId="{6486FA8C-9BFC-C0CA-2ADD-8200757012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AI Knowledge and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99F92-339F-4B11-9A68-888DF0212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408"/>
            <a:ext cx="10515600" cy="56765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dirty="0"/>
              <a:t>Determine what should be </a:t>
            </a:r>
            <a:r>
              <a:rPr lang="en-US" b="1" dirty="0"/>
              <a:t>offloaded to AI</a:t>
            </a:r>
            <a:r>
              <a:rPr lang="en-US" dirty="0"/>
              <a:t> in introductory CS courses + Develop a plan for where to</a:t>
            </a:r>
            <a:r>
              <a:rPr lang="en-US" b="1" dirty="0"/>
              <a:t> inject AI instruction</a:t>
            </a:r>
            <a:r>
              <a:rPr lang="en-US" dirty="0"/>
              <a:t> in 1) </a:t>
            </a:r>
            <a:r>
              <a:rPr lang="en-US" dirty="0" err="1"/>
              <a:t>properusage</a:t>
            </a:r>
            <a:r>
              <a:rPr lang="en-US" dirty="0"/>
              <a:t> of cutting-edge AI tools 2) understanding of how </a:t>
            </a:r>
            <a:r>
              <a:rPr lang="en-US" dirty="0" err="1"/>
              <a:t>tobuild</a:t>
            </a:r>
            <a:r>
              <a:rPr lang="en-US" dirty="0"/>
              <a:t>/understand AI</a:t>
            </a:r>
          </a:p>
          <a:p>
            <a:pPr>
              <a:buAutoNum type="arabicPeriod"/>
            </a:pPr>
            <a:r>
              <a:rPr lang="en-US" dirty="0"/>
              <a:t> Make a recommendation for how students should be </a:t>
            </a:r>
            <a:r>
              <a:rPr lang="en-US" b="1" dirty="0"/>
              <a:t>assessed </a:t>
            </a:r>
            <a:r>
              <a:rPr lang="en-US" dirty="0"/>
              <a:t>in CS courses (in class work, out of class work, tests,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>
              <a:buAutoNum type="arabicPeriod"/>
            </a:pPr>
            <a:r>
              <a:rPr lang="en-US"/>
              <a:t> Suggest how to foster a</a:t>
            </a:r>
            <a:r>
              <a:rPr lang="en-US" b="1" dirty="0"/>
              <a:t> department culture</a:t>
            </a:r>
            <a:r>
              <a:rPr lang="en-US"/>
              <a:t> around: no cognitive surrender, we take pride in knowing the fundamentals, we take responsibility for our work – position in lab; potentially have conversation with students to decide</a:t>
            </a:r>
            <a:endParaRPr lang="en-US" dirty="0"/>
          </a:p>
          <a:p>
            <a:pPr>
              <a:buAutoNum type="arabicPeriod"/>
            </a:pPr>
            <a:r>
              <a:rPr lang="en-US"/>
              <a:t>Suggest which courses/which methods of instruction to use to explicitly </a:t>
            </a:r>
            <a:r>
              <a:rPr lang="en-US" b="1"/>
              <a:t>foster "human" skills</a:t>
            </a:r>
            <a:r>
              <a:rPr lang="en-US"/>
              <a:t> such as ethics, responsibility, agency, taste</a:t>
            </a:r>
            <a:endParaRPr lang="en-US" dirty="0"/>
          </a:p>
          <a:p>
            <a:pPr>
              <a:buAutoNum type="arabicPeriod"/>
            </a:pPr>
            <a:r>
              <a:rPr lang="en-US" dirty="0"/>
              <a:t>Come up with a lab for COMP 51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72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005B-013F-68F3-A8A0-60CA3877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FA8C-9BFC-C0CA-2ADD-82007570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 a class plan for how to introduce AI in COMP 051; look at what other people </a:t>
            </a:r>
            <a:r>
              <a:rPr lang="en-US"/>
              <a:t>are doing; code review with AI?</a:t>
            </a:r>
            <a:endParaRPr lang="en-US" dirty="0"/>
          </a:p>
          <a:p>
            <a:r>
              <a:rPr lang="en-US"/>
              <a:t>Make suggestions for assessment; look at what other people are doing; paper-based exams? Attendance?</a:t>
            </a:r>
            <a:endParaRPr lang="en-US" dirty="0"/>
          </a:p>
          <a:p>
            <a:r>
              <a:rPr lang="en-US"/>
              <a:t>Suggest how to foster the department culture we want in intro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2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4C9EAD49699409A7A8FA35DAF5AD5" ma:contentTypeVersion="3" ma:contentTypeDescription="Create a new document." ma:contentTypeScope="" ma:versionID="002c9c00ccbb7d441e83ec1f31d5055c">
  <xsd:schema xmlns:xsd="http://www.w3.org/2001/XMLSchema" xmlns:xs="http://www.w3.org/2001/XMLSchema" xmlns:p="http://schemas.microsoft.com/office/2006/metadata/properties" xmlns:ns2="c04810fb-7f81-419b-9ac9-b338c9642389" targetNamespace="http://schemas.microsoft.com/office/2006/metadata/properties" ma:root="true" ma:fieldsID="f897f278f0e73f9ce5c0ee443b644b31" ns2:_="">
    <xsd:import namespace="c04810fb-7f81-419b-9ac9-b338c9642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810fb-7f81-419b-9ac9-b338c9642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CDB030-171F-409A-880D-94649D562ECC}"/>
</file>

<file path=customXml/itemProps2.xml><?xml version="1.0" encoding="utf-8"?>
<ds:datastoreItem xmlns:ds="http://schemas.openxmlformats.org/officeDocument/2006/customXml" ds:itemID="{85BBC491-FF08-4513-951C-2EAD84A14E58}"/>
</file>

<file path=customXml/itemProps3.xml><?xml version="1.0" encoding="utf-8"?>
<ds:datastoreItem xmlns:ds="http://schemas.openxmlformats.org/officeDocument/2006/customXml" ds:itemID="{2A487100-044D-4B46-ABF5-3CE5531AB03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AI Knowledge and Assessment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82</cp:revision>
  <dcterms:created xsi:type="dcterms:W3CDTF">2026-05-07T20:46:05Z</dcterms:created>
  <dcterms:modified xsi:type="dcterms:W3CDTF">2026-05-07T21:53:57Z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0x010100E4A4C9EAD49699409A7A8FA35DAF5AD5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